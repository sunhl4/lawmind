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客户案件进展汇报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共检索 1 条来源，整理 0 条结论，风险提示 0 条，待补充事项 0 条。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63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受众：客户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检索结论摘要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共检索 1 条来源，整理 0 条结论，风险提示 0 条，待补充事项 0 条。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检索结果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当前未检索到可引用结论，请补充检索来源后重试。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审阅备注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</a:rPr>
              <a:t>• Demo 模式：自动批准并渲染。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LawMind</dc:creator>
  <cp:lastModifiedBy>LawMind</cp:lastModifiedBy>
  <cp:revision>1</cp:revision>
  <dcterms:created xsi:type="dcterms:W3CDTF">2026-03-20T10:04:22Z</dcterms:created>
  <dcterms:modified xsi:type="dcterms:W3CDTF">2026-03-20T10:04:22Z</dcterms:modified>
</cp:coreProperties>
</file>